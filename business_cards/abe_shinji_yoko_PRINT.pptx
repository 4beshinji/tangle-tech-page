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</p:sldIdLst>
  <p:sldSz cx="3492500" cy="219551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95488" autoAdjust="0"/>
  </p:normalViewPr>
  <p:slideViewPr>
    <p:cSldViewPr snapToGrid="0" showGuides="1">
      <p:cViewPr>
        <p:scale>
          <a:sx n="125" d="100"/>
          <a:sy n="125" d="100"/>
        </p:scale>
        <p:origin x="3126" y="12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表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AD5F9B9-5895-BAEE-C605-E5A94287139C}"/>
              </a:ext>
            </a:extLst>
          </p:cNvPr>
          <p:cNvSpPr/>
          <p:nvPr userDrawn="1"/>
        </p:nvSpPr>
        <p:spPr>
          <a:xfrm>
            <a:off x="215900" y="-565150"/>
            <a:ext cx="406400" cy="187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307238A-919C-C78E-0E99-49CFB73FF0C7}"/>
              </a:ext>
            </a:extLst>
          </p:cNvPr>
          <p:cNvSpPr txBox="1"/>
          <p:nvPr userDrawn="1"/>
        </p:nvSpPr>
        <p:spPr>
          <a:xfrm>
            <a:off x="203200" y="-600632"/>
            <a:ext cx="1219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表面</a:t>
            </a:r>
          </a:p>
        </p:txBody>
      </p:sp>
    </p:spTree>
    <p:extLst>
      <p:ext uri="{BB962C8B-B14F-4D97-AF65-F5344CB8AC3E}">
        <p14:creationId xmlns:p14="http://schemas.microsoft.com/office/powerpoint/2010/main" val="415621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997FAF4-259C-6DF5-8B22-D38B261137D5}"/>
              </a:ext>
            </a:extLst>
          </p:cNvPr>
          <p:cNvSpPr/>
          <p:nvPr userDrawn="1"/>
        </p:nvSpPr>
        <p:spPr>
          <a:xfrm>
            <a:off x="215900" y="-565150"/>
            <a:ext cx="406400" cy="1879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F3F08E5-BD8D-6A24-CCD9-85DA992420FA}"/>
              </a:ext>
            </a:extLst>
          </p:cNvPr>
          <p:cNvSpPr txBox="1"/>
          <p:nvPr userDrawn="1"/>
        </p:nvSpPr>
        <p:spPr>
          <a:xfrm>
            <a:off x="203200" y="-600632"/>
            <a:ext cx="1219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裏面</a:t>
            </a:r>
          </a:p>
        </p:txBody>
      </p:sp>
    </p:spTree>
    <p:extLst>
      <p:ext uri="{BB962C8B-B14F-4D97-AF65-F5344CB8AC3E}">
        <p14:creationId xmlns:p14="http://schemas.microsoft.com/office/powerpoint/2010/main" val="181351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298087D-B73F-58D9-C303-E4BC55BD761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1979" y="-438600"/>
            <a:ext cx="2838794" cy="3715200"/>
          </a:xfrm>
          <a:prstGeom prst="rect">
            <a:avLst/>
          </a:prstGeom>
        </p:spPr>
      </p:pic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FB0C66E4-F5FA-6341-B62C-8C10995B9A1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078480" y="-1533525"/>
            <a:ext cx="5501775" cy="68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10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xStyles>
    <p:titleStyle>
      <a:lvl1pPr algn="l" defTabSz="261976" rtl="0" eaLnBrk="1" latinLnBrk="0" hangingPunct="1">
        <a:lnSpc>
          <a:spcPct val="90000"/>
        </a:lnSpc>
        <a:spcBef>
          <a:spcPct val="0"/>
        </a:spcBef>
        <a:buNone/>
        <a:defRPr kumimoji="1" sz="12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494" indent="-65494" algn="l" defTabSz="261976" rtl="0" eaLnBrk="1" latinLnBrk="0" hangingPunct="1">
        <a:lnSpc>
          <a:spcPct val="90000"/>
        </a:lnSpc>
        <a:spcBef>
          <a:spcPts val="287"/>
        </a:spcBef>
        <a:buFont typeface="Arial" panose="020B0604020202020204" pitchFamily="34" charset="0"/>
        <a:buChar char="•"/>
        <a:defRPr kumimoji="1" sz="802" kern="1200">
          <a:solidFill>
            <a:schemeClr val="tx1"/>
          </a:solidFill>
          <a:latin typeface="+mn-lt"/>
          <a:ea typeface="+mn-ea"/>
          <a:cs typeface="+mn-cs"/>
        </a:defRPr>
      </a:lvl1pPr>
      <a:lvl2pPr marL="196482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688" kern="1200">
          <a:solidFill>
            <a:schemeClr val="tx1"/>
          </a:solidFill>
          <a:latin typeface="+mn-lt"/>
          <a:ea typeface="+mn-ea"/>
          <a:cs typeface="+mn-cs"/>
        </a:defRPr>
      </a:lvl2pPr>
      <a:lvl3pPr marL="327470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73" kern="1200">
          <a:solidFill>
            <a:schemeClr val="tx1"/>
          </a:solidFill>
          <a:latin typeface="+mn-lt"/>
          <a:ea typeface="+mn-ea"/>
          <a:cs typeface="+mn-cs"/>
        </a:defRPr>
      </a:lvl3pPr>
      <a:lvl4pPr marL="458457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4pPr>
      <a:lvl5pPr marL="589445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5pPr>
      <a:lvl6pPr marL="720433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6pPr>
      <a:lvl7pPr marL="851421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7pPr>
      <a:lvl8pPr marL="982409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8pPr>
      <a:lvl9pPr marL="1113396" indent="-65494" algn="l" defTabSz="261976" rtl="0" eaLnBrk="1" latinLnBrk="0" hangingPunct="1">
        <a:lnSpc>
          <a:spcPct val="90000"/>
        </a:lnSpc>
        <a:spcBef>
          <a:spcPts val="143"/>
        </a:spcBef>
        <a:buFont typeface="Arial" panose="020B0604020202020204" pitchFamily="34" charset="0"/>
        <a:buChar char="•"/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1pPr>
      <a:lvl2pPr marL="130988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2pPr>
      <a:lvl3pPr marL="261976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3pPr>
      <a:lvl4pPr marL="392963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4pPr>
      <a:lvl5pPr marL="523951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5pPr>
      <a:lvl6pPr marL="654939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6pPr>
      <a:lvl7pPr marL="785927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7pPr>
      <a:lvl8pPr marL="916915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8pPr>
      <a:lvl9pPr marL="1047902" algn="l" defTabSz="261976" rtl="0" eaLnBrk="1" latinLnBrk="0" hangingPunct="1">
        <a:defRPr kumimoji="1" sz="5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8" userDrawn="1">
          <p15:clr>
            <a:srgbClr val="F26B43"/>
          </p15:clr>
        </p15:guide>
        <p15:guide id="3" pos="2132" userDrawn="1">
          <p15:clr>
            <a:srgbClr val="F26B43"/>
          </p15:clr>
        </p15:guide>
        <p15:guide id="4" orient="horz" pos="1315" userDrawn="1">
          <p15:clr>
            <a:srgbClr val="F26B43"/>
          </p15:clr>
        </p15:guide>
        <p15:guide id="5" pos="68" userDrawn="1">
          <p15:clr>
            <a:srgbClr val="F26B43"/>
          </p15:clr>
        </p15:guide>
        <p15:guide id="6" pos="2064" userDrawn="1">
          <p15:clr>
            <a:srgbClr val="5ACBF0"/>
          </p15:clr>
        </p15:guide>
        <p15:guide id="7" orient="horz" pos="136" userDrawn="1">
          <p15:clr>
            <a:srgbClr val="5ACBF0"/>
          </p15:clr>
        </p15:guide>
        <p15:guide id="8" orient="horz" pos="1246" userDrawn="1">
          <p15:clr>
            <a:srgbClr val="5ACBF0"/>
          </p15:clr>
        </p15:guide>
        <p15:guide id="9" pos="136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rd_front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ard_back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ard-fron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492500" cy="21955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ard-bac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492500" cy="2195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0</Words>
  <Application>Microsoft Office PowerPoint</Application>
  <PresentationFormat>ユーザー設定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ＭＳ ゴシック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ac_dtp015</dc:creator>
  <cp:lastModifiedBy>ac_dtp015</cp:lastModifiedBy>
  <cp:revision>11</cp:revision>
  <dcterms:created xsi:type="dcterms:W3CDTF">2025-08-29T04:59:42Z</dcterms:created>
  <dcterms:modified xsi:type="dcterms:W3CDTF">2025-09-01T05:40:50Z</dcterms:modified>
</cp:coreProperties>
</file>